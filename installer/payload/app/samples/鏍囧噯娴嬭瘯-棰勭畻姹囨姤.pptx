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8"/>
                </a:solidFill>
              </a:rPr>
              <a:t>数据报告助手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F4E78"/>
                </a:solidFill>
              </a:rPr>
              <a:t>标准调试项目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68680" y="306324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用于对齐变量提取、绑定生成与 Renderer 执行链路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" y="370332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配套文件：标准测试-本年预算.xlsx + 标准测试-历史预算.xlsx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47091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建议先完成文本绑定，再完成表格绑定，然后导出诊断包。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预算总览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场景 A：Number → PPT 文本框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078992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</a:rPr>
              <a:t>年度总预算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F4E78"/>
                </a:solidFill>
              </a:rPr>
              <a:t>12.30 亿元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035040" y="24231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F"/>
                </a:solidFill>
              </a:rPr>
              <a:t>← 请将这里绑定到“总预算”数据结果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测试目标：汇总正式状态的预算金额；金额可按“亿元”展示。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部门预算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场景 B：Table → PPT 表格；测试自动增删行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078992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508760"/>
          <a:ext cx="7040880" cy="2377440"/>
        </p:xfrm>
        <a:graphic>
          <a:graphicData uri="http://schemas.openxmlformats.org/drawingml/2006/table">
            <a:tbl>
              <a:tblPr/>
              <a:tblGrid>
                <a:gridCol w="2194560"/>
                <a:gridCol w="2377440"/>
                <a:gridCol w="2377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预算金额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实际金额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1,900 万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1,545 万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1,090 万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790 万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运营部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510 万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498 万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0" y="1645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</a:rPr>
              <a:t>测试目标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0" y="2148840"/>
            <a:ext cx="292608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• 过滤“正式”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• 按部门汇总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• 写入 3 列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• 数据行随结果变化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Top 5 预算部门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场景 C：过滤 / 聚合 / 排序 / limit → PPT 表格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078992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600200"/>
          <a:ext cx="7680960" cy="3108960"/>
        </p:xfrm>
        <a:graphic>
          <a:graphicData uri="http://schemas.openxmlformats.org/drawingml/2006/table">
            <a:tbl>
              <a:tblPr/>
              <a:tblGrid>
                <a:gridCol w="1097280"/>
                <a:gridCol w="2926080"/>
                <a:gridCol w="3657600"/>
              </a:tblGrid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排名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预算金额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1,900 万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销售部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1,190 万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860 万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市场部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610 万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运营部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510 万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1828800"/>
            <a:ext cx="246888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测试描述建议：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“只保留正式数据，按部门汇总预算，按金额降序取前5名。”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诊断核对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完成一次完整链路后，在插件设置中导出诊断包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078992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17320"/>
            <a:ext cx="9875520" cy="4206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</a:rPr>
              <a:t>1. Selection：AI 实际看到了哪个 Excel 区域？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</a:rPr>
              <a:t>2. Transform：AI 生成了什么规则？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</a:rPr>
              <a:t>3. Result：规则执行后的数据结果是什么？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</a:rPr>
              <a:t>4. Target：实际选中了哪个 PPT Shape？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</a:rPr>
              <a:t>5. Binding：AI 生成了什么 Renderer 规则？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</a:rPr>
              <a:t>6. RenderPlan：真正写给 PPT 的内容是什么？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</a:rPr>
              <a:t>7. Apply：WPS 写入成功还是失败？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Data Report Assistant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标准测试-预算汇报</dc:title>
  <dc:subject>标准测试项目</dc:subject>
  <dc:creator>Data Report Assistant</dc:creator>
  <cp:lastModifiedBy>Data Report Assistant</cp:lastModifiedBy>
  <cp:revision>1</cp:revision>
  <dcterms:created xsi:type="dcterms:W3CDTF">2026-09-17T12:24:26Z</dcterms:created>
  <dcterms:modified xsi:type="dcterms:W3CDTF">2026-09-17T12:24:26Z</dcterms:modified>
</cp:coreProperties>
</file>